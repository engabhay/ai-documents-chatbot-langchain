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30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INGESTION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document gets stored in the vector database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7E4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8740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487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47802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file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926080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24612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DOCX, TXT, CSV,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 or PPTX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87752" y="2958084"/>
            <a:ext cx="237744" cy="164592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2807208" y="23317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7E4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6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07308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0730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916936" y="247802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parse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916936" y="2926080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loaders/file_loader.py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916936" y="324612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loader picked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file extension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2958084"/>
            <a:ext cx="237744" cy="164592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9" name="Shape 17"/>
          <p:cNvSpPr/>
          <p:nvPr/>
        </p:nvSpPr>
        <p:spPr>
          <a:xfrm>
            <a:off x="5065776" y="23317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7E4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6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65876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86587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175504" y="247802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chunks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175504" y="2926080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rag/splitter.py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175504" y="324612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RecursiveCharacterText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 (1000 / 150)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04888" y="2958084"/>
            <a:ext cx="237744" cy="164592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26" name="Shape 24"/>
          <p:cNvSpPr/>
          <p:nvPr/>
        </p:nvSpPr>
        <p:spPr>
          <a:xfrm>
            <a:off x="7324344" y="23317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7E4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6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24444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2444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434072" y="247802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embeddings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434072" y="2926080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rag/embeddings.py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324612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363456" y="2958084"/>
            <a:ext cx="237744" cy="164592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33" name="Shape 31"/>
          <p:cNvSpPr/>
          <p:nvPr/>
        </p:nvSpPr>
        <p:spPr>
          <a:xfrm>
            <a:off x="9582912" y="23317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7E4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6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383012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38301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9692640" y="247802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vectors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9692640" y="2926080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rag/vectorstore.py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9692640" y="324612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(chroma_db/)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4251960"/>
            <a:ext cx="1109167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7E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296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Phase 1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" y="4800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chunk of the uploaded document now exists as a vector embedding inside ChromaDB, tagged with metadata (source file, sheet/page). Nothing is sent to the LLM yet — this phase only prepares the document for fast, meaning-based search. This runs once per uploaded file and its output is reused for every question asked about that file.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Documents Chatbot  ·  LangChain + ChromaDB + Groq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30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RETRIEVAL &amp; ANSWERING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question gets answered from the stored document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7E4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8740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487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47802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 question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926080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— st.chat_input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24612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in the chat box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uploaded file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87752" y="2958084"/>
            <a:ext cx="237744" cy="164592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2807208" y="23317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7E4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6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07308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0730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916936" y="247802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top chunks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916936" y="2926080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rag/vectorstore.py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916936" y="324612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search: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k=5, fetch_k=20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2958084"/>
            <a:ext cx="237744" cy="164592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9" name="Shape 17"/>
          <p:cNvSpPr/>
          <p:nvPr/>
        </p:nvSpPr>
        <p:spPr>
          <a:xfrm>
            <a:off x="5065776" y="23317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7E4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6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65876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86587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175504" y="247802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grounded prompt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175504" y="2926080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rag/prompt.py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175504" y="324612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retrieved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question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04888" y="2958084"/>
            <a:ext cx="237744" cy="164592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26" name="Shape 24"/>
          <p:cNvSpPr/>
          <p:nvPr/>
        </p:nvSpPr>
        <p:spPr>
          <a:xfrm>
            <a:off x="7324344" y="23317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7E4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6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24444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2444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434072" y="247802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answer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434072" y="2926080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rag/chain.py — ChatGroq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324612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openai/gpt-oss-20b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363456" y="2958084"/>
            <a:ext cx="237744" cy="164592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33" name="Shape 31"/>
          <p:cNvSpPr/>
          <p:nvPr/>
        </p:nvSpPr>
        <p:spPr>
          <a:xfrm>
            <a:off x="9582912" y="233172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7E4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6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383012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38301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9692640" y="247802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shown to user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9692640" y="2926080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— st.write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9692640" y="324612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back into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window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4251960"/>
            <a:ext cx="1109167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7E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296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Phase 2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" y="4800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retriever finds the most relevant chunks already stored in Phase 1 (no re-embedding of the document happens here). The prompt template forces the LLM to answer only from that retrieved context — if the answer isn't in the document, it replies "I could not find the answer in the uploaded file" instead of guessing.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Documents Chatbot  ·  LangChain + ChromaDB + Groq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2026-09-13T05:29:45Z</dcterms:created>
  <dcterms:modified xsi:type="dcterms:W3CDTF">2026-09-13T05:29:45Z</dcterms:modified>
</cp:coreProperties>
</file>